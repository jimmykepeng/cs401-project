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  <p:sldMasterId id="214748369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9144000"/>
  <p:notesSz cx="6858000" cy="9144000"/>
  <p:embeddedFontLst>
    <p:embeddedFont>
      <p:font typeface="Playfair Display Medium"/>
      <p:regular r:id="rId13"/>
      <p:bold r:id="rId14"/>
      <p:italic r:id="rId15"/>
      <p:boldItalic r:id="rId16"/>
    </p:embeddedFont>
    <p:embeddedFont>
      <p:font typeface="Playfair Displ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  <p:embeddedFont>
      <p:font typeface="Archiv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rchivo-bold.fntdata"/><Relationship Id="rId25" Type="http://schemas.openxmlformats.org/officeDocument/2006/relationships/font" Target="fonts/Archivo-regular.fntdata"/><Relationship Id="rId28" Type="http://schemas.openxmlformats.org/officeDocument/2006/relationships/font" Target="fonts/Archivo-boldItalic.fntdata"/><Relationship Id="rId27" Type="http://schemas.openxmlformats.org/officeDocument/2006/relationships/font" Target="fonts/Archiv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layfairDisplayMedium-regular.fntdata"/><Relationship Id="rId12" Type="http://schemas.openxmlformats.org/officeDocument/2006/relationships/slide" Target="slides/slide6.xml"/><Relationship Id="rId15" Type="http://schemas.openxmlformats.org/officeDocument/2006/relationships/font" Target="fonts/PlayfairDisplayMedium-italic.fntdata"/><Relationship Id="rId14" Type="http://schemas.openxmlformats.org/officeDocument/2006/relationships/font" Target="fonts/PlayfairDisplayMedium-bold.fntdata"/><Relationship Id="rId17" Type="http://schemas.openxmlformats.org/officeDocument/2006/relationships/font" Target="fonts/PlayfairDisplay-regular.fntdata"/><Relationship Id="rId16" Type="http://schemas.openxmlformats.org/officeDocument/2006/relationships/font" Target="fonts/PlayfairDisplayMedium-boldItalic.fntdata"/><Relationship Id="rId19" Type="http://schemas.openxmlformats.org/officeDocument/2006/relationships/font" Target="fonts/PlayfairDisplay-italic.fntdata"/><Relationship Id="rId18" Type="http://schemas.openxmlformats.org/officeDocument/2006/relationships/font" Target="fonts/PlayfairDis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544c81140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544c811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8544c81140_0_178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8544c81140_0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7ffde9e88_0_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97ffde9e8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7ffde9e88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7ffde9e8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overview of the UML class diagram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97ffde9e88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97ffde9e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8544c81140_1_2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8544c8114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276075" y="609600"/>
            <a:ext cx="57132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276075" y="609600"/>
            <a:ext cx="57132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5"/>
          <p:cNvSpPr txBox="1"/>
          <p:nvPr>
            <p:ph idx="2" type="subTitle"/>
          </p:nvPr>
        </p:nvSpPr>
        <p:spPr>
          <a:xfrm>
            <a:off x="407100" y="1984167"/>
            <a:ext cx="1359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idx="3" type="subTitle"/>
          </p:nvPr>
        </p:nvSpPr>
        <p:spPr>
          <a:xfrm>
            <a:off x="2710550" y="1984167"/>
            <a:ext cx="1359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4" type="subTitle"/>
          </p:nvPr>
        </p:nvSpPr>
        <p:spPr>
          <a:xfrm>
            <a:off x="5014000" y="1984167"/>
            <a:ext cx="1359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5" type="subTitle"/>
          </p:nvPr>
        </p:nvSpPr>
        <p:spPr>
          <a:xfrm>
            <a:off x="7317450" y="1984167"/>
            <a:ext cx="1359000" cy="28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6" type="body"/>
          </p:nvPr>
        </p:nvSpPr>
        <p:spPr>
          <a:xfrm>
            <a:off x="407100" y="2527200"/>
            <a:ext cx="1422300" cy="10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6" name="Google Shape;96;p15"/>
          <p:cNvSpPr txBox="1"/>
          <p:nvPr>
            <p:ph idx="7" type="body"/>
          </p:nvPr>
        </p:nvSpPr>
        <p:spPr>
          <a:xfrm>
            <a:off x="2710550" y="2527200"/>
            <a:ext cx="1422300" cy="10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7" name="Google Shape;97;p15"/>
          <p:cNvSpPr txBox="1"/>
          <p:nvPr>
            <p:ph idx="8" type="body"/>
          </p:nvPr>
        </p:nvSpPr>
        <p:spPr>
          <a:xfrm>
            <a:off x="5014000" y="2527200"/>
            <a:ext cx="1422300" cy="10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8" name="Google Shape;98;p15"/>
          <p:cNvSpPr txBox="1"/>
          <p:nvPr>
            <p:ph idx="9" type="body"/>
          </p:nvPr>
        </p:nvSpPr>
        <p:spPr>
          <a:xfrm>
            <a:off x="7317450" y="2527200"/>
            <a:ext cx="1422300" cy="100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5503325" y="699667"/>
            <a:ext cx="3356100" cy="117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276075" y="609600"/>
            <a:ext cx="50001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2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6"/>
          <p:cNvSpPr txBox="1"/>
          <p:nvPr>
            <p:ph idx="3" type="subTitle"/>
          </p:nvPr>
        </p:nvSpPr>
        <p:spPr>
          <a:xfrm>
            <a:off x="279528" y="3871828"/>
            <a:ext cx="1970100" cy="4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4" type="subTitle"/>
          </p:nvPr>
        </p:nvSpPr>
        <p:spPr>
          <a:xfrm>
            <a:off x="2489940" y="3871828"/>
            <a:ext cx="1970100" cy="4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5" type="subTitle"/>
          </p:nvPr>
        </p:nvSpPr>
        <p:spPr>
          <a:xfrm>
            <a:off x="4695138" y="3871828"/>
            <a:ext cx="1970100" cy="4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6" type="subTitle"/>
          </p:nvPr>
        </p:nvSpPr>
        <p:spPr>
          <a:xfrm>
            <a:off x="6900335" y="3871828"/>
            <a:ext cx="1970100" cy="4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7" type="body"/>
          </p:nvPr>
        </p:nvSpPr>
        <p:spPr>
          <a:xfrm>
            <a:off x="274950" y="4275012"/>
            <a:ext cx="1970100" cy="13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09" name="Google Shape;109;p16"/>
          <p:cNvSpPr txBox="1"/>
          <p:nvPr>
            <p:ph idx="8" type="body"/>
          </p:nvPr>
        </p:nvSpPr>
        <p:spPr>
          <a:xfrm>
            <a:off x="2489940" y="4275012"/>
            <a:ext cx="1970100" cy="13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10" name="Google Shape;110;p16"/>
          <p:cNvSpPr txBox="1"/>
          <p:nvPr>
            <p:ph idx="9" type="body"/>
          </p:nvPr>
        </p:nvSpPr>
        <p:spPr>
          <a:xfrm>
            <a:off x="4704930" y="4275012"/>
            <a:ext cx="1970100" cy="13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11" name="Google Shape;111;p16"/>
          <p:cNvSpPr txBox="1"/>
          <p:nvPr>
            <p:ph idx="13" type="body"/>
          </p:nvPr>
        </p:nvSpPr>
        <p:spPr>
          <a:xfrm>
            <a:off x="6900335" y="4275012"/>
            <a:ext cx="1970100" cy="13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12" name="Google Shape;112;p16"/>
          <p:cNvSpPr txBox="1"/>
          <p:nvPr>
            <p:ph idx="14" type="subTitle"/>
          </p:nvPr>
        </p:nvSpPr>
        <p:spPr>
          <a:xfrm>
            <a:off x="279525" y="3563764"/>
            <a:ext cx="382500" cy="19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5" type="subTitle"/>
          </p:nvPr>
        </p:nvSpPr>
        <p:spPr>
          <a:xfrm>
            <a:off x="2489950" y="3563764"/>
            <a:ext cx="382500" cy="19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4" name="Google Shape;114;p16"/>
          <p:cNvSpPr txBox="1"/>
          <p:nvPr>
            <p:ph idx="16" type="subTitle"/>
          </p:nvPr>
        </p:nvSpPr>
        <p:spPr>
          <a:xfrm>
            <a:off x="4700375" y="3563764"/>
            <a:ext cx="382500" cy="19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5" name="Google Shape;115;p16"/>
          <p:cNvSpPr txBox="1"/>
          <p:nvPr>
            <p:ph idx="17" type="subTitle"/>
          </p:nvPr>
        </p:nvSpPr>
        <p:spPr>
          <a:xfrm>
            <a:off x="6910800" y="3563764"/>
            <a:ext cx="382500" cy="19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276075" y="609600"/>
            <a:ext cx="64329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7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17"/>
          <p:cNvSpPr/>
          <p:nvPr>
            <p:ph idx="2" type="pic"/>
          </p:nvPr>
        </p:nvSpPr>
        <p:spPr>
          <a:xfrm>
            <a:off x="6802800" y="0"/>
            <a:ext cx="2341200" cy="15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4682775" y="3623233"/>
            <a:ext cx="20262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3" type="subTitle"/>
          </p:nvPr>
        </p:nvSpPr>
        <p:spPr>
          <a:xfrm>
            <a:off x="6843453" y="3623233"/>
            <a:ext cx="2030100" cy="4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idx="4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3" name="Google Shape;123;p17"/>
          <p:cNvSpPr txBox="1"/>
          <p:nvPr>
            <p:ph idx="5" type="body"/>
          </p:nvPr>
        </p:nvSpPr>
        <p:spPr>
          <a:xfrm>
            <a:off x="4682775" y="4057021"/>
            <a:ext cx="2026200" cy="16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24" name="Google Shape;124;p17"/>
          <p:cNvSpPr txBox="1"/>
          <p:nvPr>
            <p:ph idx="6" type="body"/>
          </p:nvPr>
        </p:nvSpPr>
        <p:spPr>
          <a:xfrm>
            <a:off x="6843455" y="4057021"/>
            <a:ext cx="2030100" cy="16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5461825" y="1133"/>
            <a:ext cx="3682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1987875" y="1897067"/>
            <a:ext cx="1578300" cy="5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2" type="subTitle"/>
          </p:nvPr>
        </p:nvSpPr>
        <p:spPr>
          <a:xfrm>
            <a:off x="1987875" y="2465489"/>
            <a:ext cx="1547700" cy="42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9" name="Google Shape;129;p18"/>
          <p:cNvSpPr/>
          <p:nvPr>
            <p:ph idx="3" type="pic"/>
          </p:nvPr>
        </p:nvSpPr>
        <p:spPr>
          <a:xfrm>
            <a:off x="-50" y="1898900"/>
            <a:ext cx="1838100" cy="43560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8"/>
          <p:cNvSpPr/>
          <p:nvPr>
            <p:ph idx="4" type="pic"/>
          </p:nvPr>
        </p:nvSpPr>
        <p:spPr>
          <a:xfrm>
            <a:off x="4527160" y="1898900"/>
            <a:ext cx="1838100" cy="4356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18"/>
          <p:cNvSpPr txBox="1"/>
          <p:nvPr>
            <p:ph idx="5" type="subTitle"/>
          </p:nvPr>
        </p:nvSpPr>
        <p:spPr>
          <a:xfrm>
            <a:off x="6525486" y="1897067"/>
            <a:ext cx="1578300" cy="5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6" type="subTitle"/>
          </p:nvPr>
        </p:nvSpPr>
        <p:spPr>
          <a:xfrm>
            <a:off x="6525486" y="2465489"/>
            <a:ext cx="1547700" cy="42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type="title"/>
          </p:nvPr>
        </p:nvSpPr>
        <p:spPr>
          <a:xfrm>
            <a:off x="276075" y="609600"/>
            <a:ext cx="4248900" cy="1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4" name="Google Shape;134;p18"/>
          <p:cNvSpPr txBox="1"/>
          <p:nvPr>
            <p:ph idx="7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idx="8" type="body"/>
          </p:nvPr>
        </p:nvSpPr>
        <p:spPr>
          <a:xfrm>
            <a:off x="1987875" y="4727233"/>
            <a:ext cx="1755000" cy="109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7" name="Google Shape;137;p18"/>
          <p:cNvSpPr txBox="1"/>
          <p:nvPr>
            <p:ph idx="9" type="body"/>
          </p:nvPr>
        </p:nvSpPr>
        <p:spPr>
          <a:xfrm>
            <a:off x="6536675" y="4727233"/>
            <a:ext cx="1699800" cy="109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>
            <p:ph idx="2" type="pic"/>
          </p:nvPr>
        </p:nvSpPr>
        <p:spPr>
          <a:xfrm>
            <a:off x="4138225" y="690500"/>
            <a:ext cx="1152300" cy="16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9"/>
          <p:cNvSpPr/>
          <p:nvPr>
            <p:ph idx="3" type="pic"/>
          </p:nvPr>
        </p:nvSpPr>
        <p:spPr>
          <a:xfrm>
            <a:off x="4138225" y="2609583"/>
            <a:ext cx="1152300" cy="16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9"/>
          <p:cNvSpPr/>
          <p:nvPr>
            <p:ph idx="4" type="pic"/>
          </p:nvPr>
        </p:nvSpPr>
        <p:spPr>
          <a:xfrm>
            <a:off x="4138213" y="4538417"/>
            <a:ext cx="1152300" cy="16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9"/>
          <p:cNvSpPr/>
          <p:nvPr>
            <p:ph idx="5" type="pic"/>
          </p:nvPr>
        </p:nvSpPr>
        <p:spPr>
          <a:xfrm>
            <a:off x="6573252" y="690500"/>
            <a:ext cx="1152300" cy="16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19"/>
          <p:cNvSpPr/>
          <p:nvPr>
            <p:ph idx="6" type="pic"/>
          </p:nvPr>
        </p:nvSpPr>
        <p:spPr>
          <a:xfrm>
            <a:off x="6573252" y="2609583"/>
            <a:ext cx="1152300" cy="16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19"/>
          <p:cNvSpPr/>
          <p:nvPr>
            <p:ph idx="7" type="pic"/>
          </p:nvPr>
        </p:nvSpPr>
        <p:spPr>
          <a:xfrm>
            <a:off x="6573252" y="4538417"/>
            <a:ext cx="1152300" cy="16047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19"/>
          <p:cNvSpPr txBox="1"/>
          <p:nvPr>
            <p:ph idx="1" type="subTitle"/>
          </p:nvPr>
        </p:nvSpPr>
        <p:spPr>
          <a:xfrm>
            <a:off x="5406561" y="4551533"/>
            <a:ext cx="10191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8" type="subTitle"/>
          </p:nvPr>
        </p:nvSpPr>
        <p:spPr>
          <a:xfrm>
            <a:off x="5406561" y="2601967"/>
            <a:ext cx="10191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9" type="subTitle"/>
          </p:nvPr>
        </p:nvSpPr>
        <p:spPr>
          <a:xfrm>
            <a:off x="5406561" y="690967"/>
            <a:ext cx="10191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13" type="subTitle"/>
          </p:nvPr>
        </p:nvSpPr>
        <p:spPr>
          <a:xfrm>
            <a:off x="7840736" y="4551533"/>
            <a:ext cx="10191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14" type="subTitle"/>
          </p:nvPr>
        </p:nvSpPr>
        <p:spPr>
          <a:xfrm>
            <a:off x="7840736" y="2601967"/>
            <a:ext cx="10191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0" name="Google Shape;150;p19"/>
          <p:cNvSpPr txBox="1"/>
          <p:nvPr>
            <p:ph idx="15" type="subTitle"/>
          </p:nvPr>
        </p:nvSpPr>
        <p:spPr>
          <a:xfrm>
            <a:off x="7840736" y="690967"/>
            <a:ext cx="1019100" cy="57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16" type="subTitle"/>
          </p:nvPr>
        </p:nvSpPr>
        <p:spPr>
          <a:xfrm>
            <a:off x="5406550" y="1973533"/>
            <a:ext cx="1019100" cy="32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2" name="Google Shape;152;p19"/>
          <p:cNvSpPr txBox="1"/>
          <p:nvPr>
            <p:ph idx="17" type="subTitle"/>
          </p:nvPr>
        </p:nvSpPr>
        <p:spPr>
          <a:xfrm>
            <a:off x="7840725" y="1973533"/>
            <a:ext cx="1019100" cy="32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3" name="Google Shape;153;p19"/>
          <p:cNvSpPr txBox="1"/>
          <p:nvPr>
            <p:ph idx="18" type="subTitle"/>
          </p:nvPr>
        </p:nvSpPr>
        <p:spPr>
          <a:xfrm>
            <a:off x="5406550" y="3898370"/>
            <a:ext cx="1019100" cy="32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4" name="Google Shape;154;p19"/>
          <p:cNvSpPr txBox="1"/>
          <p:nvPr>
            <p:ph idx="19" type="subTitle"/>
          </p:nvPr>
        </p:nvSpPr>
        <p:spPr>
          <a:xfrm>
            <a:off x="7840725" y="3898370"/>
            <a:ext cx="1019100" cy="32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0" type="subTitle"/>
          </p:nvPr>
        </p:nvSpPr>
        <p:spPr>
          <a:xfrm>
            <a:off x="5406550" y="5823203"/>
            <a:ext cx="1019100" cy="32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21" type="subTitle"/>
          </p:nvPr>
        </p:nvSpPr>
        <p:spPr>
          <a:xfrm>
            <a:off x="7840725" y="5823203"/>
            <a:ext cx="1019100" cy="32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76075" y="609600"/>
            <a:ext cx="38001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22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276075" y="609600"/>
            <a:ext cx="8594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2" name="Google Shape;162;p20"/>
          <p:cNvSpPr txBox="1"/>
          <p:nvPr>
            <p:ph idx="1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0"/>
          <p:cNvSpPr txBox="1"/>
          <p:nvPr>
            <p:ph idx="2" type="body"/>
          </p:nvPr>
        </p:nvSpPr>
        <p:spPr>
          <a:xfrm>
            <a:off x="276075" y="2351233"/>
            <a:ext cx="43428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type="title"/>
          </p:nvPr>
        </p:nvSpPr>
        <p:spPr>
          <a:xfrm>
            <a:off x="1182150" y="2353800"/>
            <a:ext cx="6779700" cy="235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idx="2" type="title"/>
          </p:nvPr>
        </p:nvSpPr>
        <p:spPr>
          <a:xfrm>
            <a:off x="1182150" y="5410733"/>
            <a:ext cx="67797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1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1"/>
          <p:cNvSpPr/>
          <p:nvPr>
            <p:ph idx="3" type="pic"/>
          </p:nvPr>
        </p:nvSpPr>
        <p:spPr>
          <a:xfrm>
            <a:off x="0" y="0"/>
            <a:ext cx="9144000" cy="1438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270983" y="2646700"/>
            <a:ext cx="3342900" cy="36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73" name="Google Shape;173;p22"/>
          <p:cNvSpPr txBox="1"/>
          <p:nvPr>
            <p:ph idx="2" type="title"/>
          </p:nvPr>
        </p:nvSpPr>
        <p:spPr>
          <a:xfrm>
            <a:off x="270983" y="3897100"/>
            <a:ext cx="33429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4" name="Google Shape;174;p22"/>
          <p:cNvSpPr txBox="1"/>
          <p:nvPr>
            <p:ph idx="3" type="title"/>
          </p:nvPr>
        </p:nvSpPr>
        <p:spPr>
          <a:xfrm>
            <a:off x="270983" y="5147500"/>
            <a:ext cx="33429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4" type="title"/>
          </p:nvPr>
        </p:nvSpPr>
        <p:spPr>
          <a:xfrm>
            <a:off x="4858317" y="2646700"/>
            <a:ext cx="33429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5" type="title"/>
          </p:nvPr>
        </p:nvSpPr>
        <p:spPr>
          <a:xfrm>
            <a:off x="4858317" y="3897100"/>
            <a:ext cx="33429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7" name="Google Shape;177;p22"/>
          <p:cNvSpPr txBox="1"/>
          <p:nvPr>
            <p:ph idx="6" type="title"/>
          </p:nvPr>
        </p:nvSpPr>
        <p:spPr>
          <a:xfrm>
            <a:off x="4858317" y="5147500"/>
            <a:ext cx="3342900" cy="3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8" name="Google Shape;178;p22"/>
          <p:cNvSpPr txBox="1"/>
          <p:nvPr>
            <p:ph idx="7" type="title"/>
          </p:nvPr>
        </p:nvSpPr>
        <p:spPr>
          <a:xfrm>
            <a:off x="276075" y="609600"/>
            <a:ext cx="8594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1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22"/>
          <p:cNvSpPr txBox="1"/>
          <p:nvPr>
            <p:ph idx="8" type="subTitle"/>
          </p:nvPr>
        </p:nvSpPr>
        <p:spPr>
          <a:xfrm>
            <a:off x="271825" y="2396533"/>
            <a:ext cx="1809900" cy="1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82" name="Google Shape;182;p22"/>
          <p:cNvSpPr txBox="1"/>
          <p:nvPr>
            <p:ph idx="9" type="subTitle"/>
          </p:nvPr>
        </p:nvSpPr>
        <p:spPr>
          <a:xfrm>
            <a:off x="4858700" y="2396533"/>
            <a:ext cx="1809900" cy="1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83" name="Google Shape;183;p22"/>
          <p:cNvSpPr txBox="1"/>
          <p:nvPr>
            <p:ph idx="13" type="subTitle"/>
          </p:nvPr>
        </p:nvSpPr>
        <p:spPr>
          <a:xfrm>
            <a:off x="271825" y="3646933"/>
            <a:ext cx="1809900" cy="1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84" name="Google Shape;184;p22"/>
          <p:cNvSpPr txBox="1"/>
          <p:nvPr>
            <p:ph idx="14" type="subTitle"/>
          </p:nvPr>
        </p:nvSpPr>
        <p:spPr>
          <a:xfrm>
            <a:off x="271825" y="4897333"/>
            <a:ext cx="1809900" cy="1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85" name="Google Shape;185;p22"/>
          <p:cNvSpPr txBox="1"/>
          <p:nvPr>
            <p:ph idx="15" type="subTitle"/>
          </p:nvPr>
        </p:nvSpPr>
        <p:spPr>
          <a:xfrm>
            <a:off x="4858700" y="3646933"/>
            <a:ext cx="1809900" cy="1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86" name="Google Shape;186;p22"/>
          <p:cNvSpPr txBox="1"/>
          <p:nvPr>
            <p:ph idx="16" type="subTitle"/>
          </p:nvPr>
        </p:nvSpPr>
        <p:spPr>
          <a:xfrm>
            <a:off x="4858700" y="4897333"/>
            <a:ext cx="1809900" cy="18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/>
          <p:nvPr>
            <p:ph idx="2" type="pic"/>
          </p:nvPr>
        </p:nvSpPr>
        <p:spPr>
          <a:xfrm>
            <a:off x="0" y="0"/>
            <a:ext cx="43488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3"/>
          <p:cNvSpPr txBox="1"/>
          <p:nvPr>
            <p:ph idx="1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type="title"/>
          </p:nvPr>
        </p:nvSpPr>
        <p:spPr>
          <a:xfrm>
            <a:off x="4618950" y="609600"/>
            <a:ext cx="42516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1" name="Google Shape;191;p23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23"/>
          <p:cNvSpPr txBox="1"/>
          <p:nvPr>
            <p:ph idx="3" type="subTitle"/>
          </p:nvPr>
        </p:nvSpPr>
        <p:spPr>
          <a:xfrm>
            <a:off x="4618950" y="3765211"/>
            <a:ext cx="4251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3" name="Google Shape;193;p23"/>
          <p:cNvSpPr txBox="1"/>
          <p:nvPr>
            <p:ph idx="4" type="body"/>
          </p:nvPr>
        </p:nvSpPr>
        <p:spPr>
          <a:xfrm>
            <a:off x="4618950" y="4610000"/>
            <a:ext cx="4251600" cy="120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/>
          <p:nvPr>
            <p:ph idx="2" type="pic"/>
          </p:nvPr>
        </p:nvSpPr>
        <p:spPr>
          <a:xfrm>
            <a:off x="6877724" y="0"/>
            <a:ext cx="2266200" cy="45399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276075" y="609600"/>
            <a:ext cx="8594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1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8556784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25"/>
          <p:cNvSpPr txBox="1"/>
          <p:nvPr>
            <p:ph type="title"/>
          </p:nvPr>
        </p:nvSpPr>
        <p:spPr>
          <a:xfrm>
            <a:off x="276075" y="609600"/>
            <a:ext cx="85944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2" name="Google Shape;202;p25"/>
          <p:cNvSpPr txBox="1"/>
          <p:nvPr>
            <p:ph idx="1" type="subTitle"/>
          </p:nvPr>
        </p:nvSpPr>
        <p:spPr>
          <a:xfrm>
            <a:off x="1114250" y="2505333"/>
            <a:ext cx="918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3" name="Google Shape;203;p25"/>
          <p:cNvSpPr txBox="1"/>
          <p:nvPr>
            <p:ph idx="2" type="subTitle"/>
          </p:nvPr>
        </p:nvSpPr>
        <p:spPr>
          <a:xfrm>
            <a:off x="2135350" y="2505333"/>
            <a:ext cx="2933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4" name="Google Shape;204;p25"/>
          <p:cNvSpPr txBox="1"/>
          <p:nvPr>
            <p:ph idx="3" type="subTitle"/>
          </p:nvPr>
        </p:nvSpPr>
        <p:spPr>
          <a:xfrm>
            <a:off x="5787475" y="2550533"/>
            <a:ext cx="3072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05" name="Google Shape;205;p25"/>
          <p:cNvSpPr txBox="1"/>
          <p:nvPr>
            <p:ph idx="4" type="subTitle"/>
          </p:nvPr>
        </p:nvSpPr>
        <p:spPr>
          <a:xfrm>
            <a:off x="1114250" y="3755733"/>
            <a:ext cx="918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6" name="Google Shape;206;p25"/>
          <p:cNvSpPr txBox="1"/>
          <p:nvPr>
            <p:ph idx="5" type="subTitle"/>
          </p:nvPr>
        </p:nvSpPr>
        <p:spPr>
          <a:xfrm>
            <a:off x="2135350" y="3755733"/>
            <a:ext cx="2933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7" name="Google Shape;207;p25"/>
          <p:cNvSpPr txBox="1"/>
          <p:nvPr>
            <p:ph idx="6" type="subTitle"/>
          </p:nvPr>
        </p:nvSpPr>
        <p:spPr>
          <a:xfrm>
            <a:off x="5787475" y="3800933"/>
            <a:ext cx="3072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7" type="subTitle"/>
          </p:nvPr>
        </p:nvSpPr>
        <p:spPr>
          <a:xfrm>
            <a:off x="1114250" y="5006133"/>
            <a:ext cx="918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09" name="Google Shape;209;p25"/>
          <p:cNvSpPr txBox="1"/>
          <p:nvPr>
            <p:ph idx="8" type="subTitle"/>
          </p:nvPr>
        </p:nvSpPr>
        <p:spPr>
          <a:xfrm>
            <a:off x="2135350" y="5006133"/>
            <a:ext cx="2933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0" name="Google Shape;210;p25"/>
          <p:cNvSpPr txBox="1"/>
          <p:nvPr>
            <p:ph idx="9" type="subTitle"/>
          </p:nvPr>
        </p:nvSpPr>
        <p:spPr>
          <a:xfrm>
            <a:off x="5787475" y="5051333"/>
            <a:ext cx="30726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/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26"/>
          <p:cNvSpPr txBox="1"/>
          <p:nvPr>
            <p:ph type="title"/>
          </p:nvPr>
        </p:nvSpPr>
        <p:spPr>
          <a:xfrm>
            <a:off x="837250" y="609600"/>
            <a:ext cx="688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4" name="Google Shape;214;p26"/>
          <p:cNvSpPr txBox="1"/>
          <p:nvPr>
            <p:ph idx="1" type="subTitle"/>
          </p:nvPr>
        </p:nvSpPr>
        <p:spPr>
          <a:xfrm>
            <a:off x="276075" y="1592000"/>
            <a:ext cx="1990200" cy="7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15" name="Google Shape;215;p26"/>
          <p:cNvSpPr txBox="1"/>
          <p:nvPr>
            <p:ph idx="2" type="subTitle"/>
          </p:nvPr>
        </p:nvSpPr>
        <p:spPr>
          <a:xfrm>
            <a:off x="3074775" y="1592000"/>
            <a:ext cx="41649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idx="3" type="body"/>
          </p:nvPr>
        </p:nvSpPr>
        <p:spPr>
          <a:xfrm>
            <a:off x="3074775" y="2498133"/>
            <a:ext cx="1513500" cy="15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17" name="Google Shape;217;p26"/>
          <p:cNvSpPr txBox="1"/>
          <p:nvPr>
            <p:ph idx="4" type="subTitle"/>
          </p:nvPr>
        </p:nvSpPr>
        <p:spPr>
          <a:xfrm>
            <a:off x="3074775" y="2183933"/>
            <a:ext cx="1513500" cy="1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8" name="Google Shape;218;p26"/>
          <p:cNvSpPr txBox="1"/>
          <p:nvPr>
            <p:ph idx="5" type="body"/>
          </p:nvPr>
        </p:nvSpPr>
        <p:spPr>
          <a:xfrm>
            <a:off x="4882875" y="2498133"/>
            <a:ext cx="1513500" cy="15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19" name="Google Shape;219;p26"/>
          <p:cNvSpPr txBox="1"/>
          <p:nvPr>
            <p:ph idx="6" type="subTitle"/>
          </p:nvPr>
        </p:nvSpPr>
        <p:spPr>
          <a:xfrm>
            <a:off x="4882875" y="2183933"/>
            <a:ext cx="1513500" cy="1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0" name="Google Shape;220;p26"/>
          <p:cNvSpPr txBox="1"/>
          <p:nvPr>
            <p:ph idx="7" type="body"/>
          </p:nvPr>
        </p:nvSpPr>
        <p:spPr>
          <a:xfrm>
            <a:off x="6690975" y="2498133"/>
            <a:ext cx="1513500" cy="15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21" name="Google Shape;221;p26"/>
          <p:cNvSpPr txBox="1"/>
          <p:nvPr>
            <p:ph idx="8" type="subTitle"/>
          </p:nvPr>
        </p:nvSpPr>
        <p:spPr>
          <a:xfrm>
            <a:off x="6690975" y="2183933"/>
            <a:ext cx="1513500" cy="1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2" name="Google Shape;222;p26"/>
          <p:cNvSpPr txBox="1"/>
          <p:nvPr>
            <p:ph idx="9" type="subTitle"/>
          </p:nvPr>
        </p:nvSpPr>
        <p:spPr>
          <a:xfrm>
            <a:off x="276075" y="694317"/>
            <a:ext cx="3360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3" name="Google Shape;223;p26"/>
          <p:cNvSpPr/>
          <p:nvPr>
            <p:ph idx="13" type="pic"/>
          </p:nvPr>
        </p:nvSpPr>
        <p:spPr>
          <a:xfrm>
            <a:off x="-74" y="5322000"/>
            <a:ext cx="2266200" cy="153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/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27"/>
          <p:cNvSpPr txBox="1"/>
          <p:nvPr>
            <p:ph type="title"/>
          </p:nvPr>
        </p:nvSpPr>
        <p:spPr>
          <a:xfrm>
            <a:off x="837250" y="609600"/>
            <a:ext cx="688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1" type="subTitle"/>
          </p:nvPr>
        </p:nvSpPr>
        <p:spPr>
          <a:xfrm>
            <a:off x="276075" y="1592000"/>
            <a:ext cx="4992600" cy="7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228" name="Google Shape;228;p27"/>
          <p:cNvSpPr txBox="1"/>
          <p:nvPr>
            <p:ph idx="2" type="subTitle"/>
          </p:nvPr>
        </p:nvSpPr>
        <p:spPr>
          <a:xfrm>
            <a:off x="276075" y="694317"/>
            <a:ext cx="3360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9" name="Google Shape;229;p27"/>
          <p:cNvSpPr txBox="1"/>
          <p:nvPr>
            <p:ph idx="3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30" name="Google Shape;230;p27"/>
          <p:cNvSpPr txBox="1"/>
          <p:nvPr>
            <p:ph idx="4" type="body"/>
          </p:nvPr>
        </p:nvSpPr>
        <p:spPr>
          <a:xfrm>
            <a:off x="276075" y="5357650"/>
            <a:ext cx="2463300" cy="9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1" name="Google Shape;231;p27"/>
          <p:cNvSpPr txBox="1"/>
          <p:nvPr>
            <p:ph idx="5" type="subTitle"/>
          </p:nvPr>
        </p:nvSpPr>
        <p:spPr>
          <a:xfrm>
            <a:off x="276075" y="5012833"/>
            <a:ext cx="2463300" cy="1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2" name="Google Shape;232;p27"/>
          <p:cNvSpPr txBox="1"/>
          <p:nvPr>
            <p:ph idx="6" type="body"/>
          </p:nvPr>
        </p:nvSpPr>
        <p:spPr>
          <a:xfrm>
            <a:off x="3074775" y="5357650"/>
            <a:ext cx="2463300" cy="9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3" name="Google Shape;233;p27"/>
          <p:cNvSpPr txBox="1"/>
          <p:nvPr>
            <p:ph idx="7" type="subTitle"/>
          </p:nvPr>
        </p:nvSpPr>
        <p:spPr>
          <a:xfrm>
            <a:off x="3074775" y="5012833"/>
            <a:ext cx="2463300" cy="1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4" name="Google Shape;234;p27"/>
          <p:cNvSpPr txBox="1"/>
          <p:nvPr>
            <p:ph idx="8" type="body"/>
          </p:nvPr>
        </p:nvSpPr>
        <p:spPr>
          <a:xfrm>
            <a:off x="5873475" y="5357650"/>
            <a:ext cx="2463300" cy="9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35" name="Google Shape;235;p27"/>
          <p:cNvSpPr txBox="1"/>
          <p:nvPr>
            <p:ph idx="9" type="subTitle"/>
          </p:nvPr>
        </p:nvSpPr>
        <p:spPr>
          <a:xfrm>
            <a:off x="5873475" y="5012833"/>
            <a:ext cx="2463300" cy="19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6" name="Google Shape;236;p27"/>
          <p:cNvSpPr/>
          <p:nvPr>
            <p:ph idx="13" type="pic"/>
          </p:nvPr>
        </p:nvSpPr>
        <p:spPr>
          <a:xfrm>
            <a:off x="276075" y="2769200"/>
            <a:ext cx="24633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27"/>
          <p:cNvSpPr/>
          <p:nvPr>
            <p:ph idx="14" type="pic"/>
          </p:nvPr>
        </p:nvSpPr>
        <p:spPr>
          <a:xfrm>
            <a:off x="3074775" y="2769200"/>
            <a:ext cx="2463300" cy="20937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27"/>
          <p:cNvSpPr/>
          <p:nvPr>
            <p:ph idx="15" type="pic"/>
          </p:nvPr>
        </p:nvSpPr>
        <p:spPr>
          <a:xfrm>
            <a:off x="5873475" y="2764917"/>
            <a:ext cx="2463300" cy="209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/>
        </p:nvSpPr>
        <p:spPr>
          <a:xfrm>
            <a:off x="8656458" y="6421267"/>
            <a:ext cx="3360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8"/>
          <p:cNvSpPr txBox="1"/>
          <p:nvPr>
            <p:ph type="title"/>
          </p:nvPr>
        </p:nvSpPr>
        <p:spPr>
          <a:xfrm>
            <a:off x="837250" y="609600"/>
            <a:ext cx="68856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2" name="Google Shape;242;p28"/>
          <p:cNvSpPr txBox="1"/>
          <p:nvPr>
            <p:ph idx="1" type="subTitle"/>
          </p:nvPr>
        </p:nvSpPr>
        <p:spPr>
          <a:xfrm>
            <a:off x="276075" y="694317"/>
            <a:ext cx="3360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43" name="Google Shape;243;p28"/>
          <p:cNvSpPr txBox="1"/>
          <p:nvPr>
            <p:ph idx="2" type="subTitle"/>
          </p:nvPr>
        </p:nvSpPr>
        <p:spPr>
          <a:xfrm>
            <a:off x="276075" y="6421267"/>
            <a:ext cx="2010000" cy="24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46" name="Google Shape;246;p29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4" name="Google Shape;254;p32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4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6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65" name="Google Shape;265;p36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6" name="Google Shape;266;p36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677325" y="2443700"/>
            <a:ext cx="32172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40"/>
          <p:cNvSpPr txBox="1"/>
          <p:nvPr>
            <p:ph idx="1" type="subTitle"/>
          </p:nvPr>
        </p:nvSpPr>
        <p:spPr>
          <a:xfrm>
            <a:off x="4406650" y="525000"/>
            <a:ext cx="44097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0"/>
          <p:cNvSpPr txBox="1"/>
          <p:nvPr>
            <p:ph idx="2" type="subTitle"/>
          </p:nvPr>
        </p:nvSpPr>
        <p:spPr>
          <a:xfrm>
            <a:off x="4406650" y="1535607"/>
            <a:ext cx="44097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0"/>
          <p:cNvSpPr txBox="1"/>
          <p:nvPr>
            <p:ph idx="3" type="subTitle"/>
          </p:nvPr>
        </p:nvSpPr>
        <p:spPr>
          <a:xfrm>
            <a:off x="4406650" y="4567427"/>
            <a:ext cx="44097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40"/>
          <p:cNvSpPr txBox="1"/>
          <p:nvPr>
            <p:ph idx="4" type="subTitle"/>
          </p:nvPr>
        </p:nvSpPr>
        <p:spPr>
          <a:xfrm>
            <a:off x="4406650" y="2546213"/>
            <a:ext cx="44097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40"/>
          <p:cNvSpPr txBox="1"/>
          <p:nvPr>
            <p:ph idx="5" type="subTitle"/>
          </p:nvPr>
        </p:nvSpPr>
        <p:spPr>
          <a:xfrm>
            <a:off x="4406650" y="5578033"/>
            <a:ext cx="44097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40"/>
          <p:cNvSpPr txBox="1"/>
          <p:nvPr>
            <p:ph idx="6" type="subTitle"/>
          </p:nvPr>
        </p:nvSpPr>
        <p:spPr>
          <a:xfrm>
            <a:off x="4406650" y="3556820"/>
            <a:ext cx="44097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311700" y="1536633"/>
            <a:ext cx="4473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4" name="Google Shape;284;p41"/>
          <p:cNvSpPr/>
          <p:nvPr>
            <p:ph idx="2" type="pic"/>
          </p:nvPr>
        </p:nvSpPr>
        <p:spPr>
          <a:xfrm>
            <a:off x="4992024" y="1537033"/>
            <a:ext cx="3840300" cy="45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48315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42"/>
          <p:cNvSpPr txBox="1"/>
          <p:nvPr>
            <p:ph idx="2" type="body"/>
          </p:nvPr>
        </p:nvSpPr>
        <p:spPr>
          <a:xfrm>
            <a:off x="5048000" y="2983717"/>
            <a:ext cx="36198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42"/>
          <p:cNvSpPr txBox="1"/>
          <p:nvPr>
            <p:ph idx="3" type="subTitle"/>
          </p:nvPr>
        </p:nvSpPr>
        <p:spPr>
          <a:xfrm>
            <a:off x="483150" y="1781548"/>
            <a:ext cx="36198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42"/>
          <p:cNvSpPr txBox="1"/>
          <p:nvPr>
            <p:ph idx="4" type="subTitle"/>
          </p:nvPr>
        </p:nvSpPr>
        <p:spPr>
          <a:xfrm>
            <a:off x="5048000" y="1781548"/>
            <a:ext cx="3619800" cy="72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idx="1" type="body"/>
          </p:nvPr>
        </p:nvSpPr>
        <p:spPr>
          <a:xfrm>
            <a:off x="4831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3" name="Google Shape;293;p43"/>
          <p:cNvSpPr txBox="1"/>
          <p:nvPr>
            <p:ph idx="2" type="body"/>
          </p:nvPr>
        </p:nvSpPr>
        <p:spPr>
          <a:xfrm>
            <a:off x="334772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4" name="Google Shape;294;p43"/>
          <p:cNvSpPr txBox="1"/>
          <p:nvPr>
            <p:ph type="title"/>
          </p:nvPr>
        </p:nvSpPr>
        <p:spPr>
          <a:xfrm>
            <a:off x="483175" y="600033"/>
            <a:ext cx="8184600" cy="10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95" name="Google Shape;295;p43"/>
          <p:cNvSpPr txBox="1"/>
          <p:nvPr>
            <p:ph idx="3" type="subTitle"/>
          </p:nvPr>
        </p:nvSpPr>
        <p:spPr>
          <a:xfrm>
            <a:off x="483175" y="1781533"/>
            <a:ext cx="2455500" cy="1038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43"/>
          <p:cNvSpPr txBox="1"/>
          <p:nvPr>
            <p:ph idx="4" type="subTitle"/>
          </p:nvPr>
        </p:nvSpPr>
        <p:spPr>
          <a:xfrm>
            <a:off x="3347725" y="1781533"/>
            <a:ext cx="2455500" cy="1038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7" name="Google Shape;297;p43"/>
          <p:cNvSpPr txBox="1"/>
          <p:nvPr>
            <p:ph idx="5" type="subTitle"/>
          </p:nvPr>
        </p:nvSpPr>
        <p:spPr>
          <a:xfrm>
            <a:off x="6212275" y="1781533"/>
            <a:ext cx="2455500" cy="1038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8" name="Google Shape;298;p43"/>
          <p:cNvSpPr txBox="1"/>
          <p:nvPr>
            <p:ph idx="6" type="body"/>
          </p:nvPr>
        </p:nvSpPr>
        <p:spPr>
          <a:xfrm>
            <a:off x="6212275" y="3223333"/>
            <a:ext cx="2455500" cy="31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/>
          <p:nvPr>
            <p:ph idx="1" type="body"/>
          </p:nvPr>
        </p:nvSpPr>
        <p:spPr>
          <a:xfrm>
            <a:off x="366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44"/>
          <p:cNvSpPr txBox="1"/>
          <p:nvPr>
            <p:ph idx="2" type="body"/>
          </p:nvPr>
        </p:nvSpPr>
        <p:spPr>
          <a:xfrm>
            <a:off x="4938725" y="2345458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44"/>
          <p:cNvSpPr txBox="1"/>
          <p:nvPr>
            <p:ph idx="3" type="body"/>
          </p:nvPr>
        </p:nvSpPr>
        <p:spPr>
          <a:xfrm>
            <a:off x="366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3" name="Google Shape;303;p44"/>
          <p:cNvSpPr txBox="1"/>
          <p:nvPr>
            <p:ph idx="4" type="body"/>
          </p:nvPr>
        </p:nvSpPr>
        <p:spPr>
          <a:xfrm>
            <a:off x="4938750" y="4864767"/>
            <a:ext cx="3838500" cy="15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44"/>
          <p:cNvSpPr txBox="1"/>
          <p:nvPr>
            <p:ph type="title"/>
          </p:nvPr>
        </p:nvSpPr>
        <p:spPr>
          <a:xfrm>
            <a:off x="366750" y="600033"/>
            <a:ext cx="81846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5" name="Google Shape;305;p44"/>
          <p:cNvSpPr txBox="1"/>
          <p:nvPr>
            <p:ph idx="5" type="subTitle"/>
          </p:nvPr>
        </p:nvSpPr>
        <p:spPr>
          <a:xfrm>
            <a:off x="366763" y="1703876"/>
            <a:ext cx="38385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6" name="Google Shape;306;p44"/>
          <p:cNvSpPr txBox="1"/>
          <p:nvPr>
            <p:ph idx="6" type="subTitle"/>
          </p:nvPr>
        </p:nvSpPr>
        <p:spPr>
          <a:xfrm>
            <a:off x="4938738" y="1703876"/>
            <a:ext cx="38385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7" name="Google Shape;307;p44"/>
          <p:cNvSpPr txBox="1"/>
          <p:nvPr>
            <p:ph idx="7" type="subTitle"/>
          </p:nvPr>
        </p:nvSpPr>
        <p:spPr>
          <a:xfrm>
            <a:off x="4938761" y="4223150"/>
            <a:ext cx="38385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8" name="Google Shape;308;p44"/>
          <p:cNvSpPr txBox="1"/>
          <p:nvPr>
            <p:ph idx="8" type="subTitle"/>
          </p:nvPr>
        </p:nvSpPr>
        <p:spPr>
          <a:xfrm>
            <a:off x="366750" y="4223150"/>
            <a:ext cx="38385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45"/>
          <p:cNvSpPr/>
          <p:nvPr>
            <p:ph idx="2" type="pic"/>
          </p:nvPr>
        </p:nvSpPr>
        <p:spPr>
          <a:xfrm>
            <a:off x="311700" y="1560567"/>
            <a:ext cx="8520600" cy="465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body"/>
          </p:nvPr>
        </p:nvSpPr>
        <p:spPr>
          <a:xfrm>
            <a:off x="311700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6"/>
          <p:cNvSpPr/>
          <p:nvPr>
            <p:ph idx="2" type="pic"/>
          </p:nvPr>
        </p:nvSpPr>
        <p:spPr>
          <a:xfrm>
            <a:off x="48048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6"/>
          <p:cNvSpPr/>
          <p:nvPr>
            <p:ph idx="3" type="pic"/>
          </p:nvPr>
        </p:nvSpPr>
        <p:spPr>
          <a:xfrm>
            <a:off x="311725" y="1511067"/>
            <a:ext cx="4027500" cy="3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6"/>
          <p:cNvSpPr txBox="1"/>
          <p:nvPr>
            <p:ph idx="4" type="body"/>
          </p:nvPr>
        </p:nvSpPr>
        <p:spPr>
          <a:xfrm>
            <a:off x="4804825" y="5440300"/>
            <a:ext cx="4027500" cy="12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46"/>
          <p:cNvSpPr txBox="1"/>
          <p:nvPr>
            <p:ph idx="5" type="subTitle"/>
          </p:nvPr>
        </p:nvSpPr>
        <p:spPr>
          <a:xfrm>
            <a:off x="311725" y="4777200"/>
            <a:ext cx="40275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46"/>
          <p:cNvSpPr txBox="1"/>
          <p:nvPr>
            <p:ph idx="6" type="subTitle"/>
          </p:nvPr>
        </p:nvSpPr>
        <p:spPr>
          <a:xfrm>
            <a:off x="4804825" y="4777200"/>
            <a:ext cx="40275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>
            <p:ph idx="1" type="body"/>
          </p:nvPr>
        </p:nvSpPr>
        <p:spPr>
          <a:xfrm>
            <a:off x="31170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2" name="Google Shape;322;p47"/>
          <p:cNvSpPr/>
          <p:nvPr>
            <p:ph idx="2" type="pic"/>
          </p:nvPr>
        </p:nvSpPr>
        <p:spPr>
          <a:xfrm>
            <a:off x="62052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47"/>
          <p:cNvSpPr/>
          <p:nvPr>
            <p:ph idx="3" type="pic"/>
          </p:nvPr>
        </p:nvSpPr>
        <p:spPr>
          <a:xfrm>
            <a:off x="311725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7"/>
          <p:cNvSpPr txBox="1"/>
          <p:nvPr>
            <p:ph idx="4" type="body"/>
          </p:nvPr>
        </p:nvSpPr>
        <p:spPr>
          <a:xfrm>
            <a:off x="6205225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5" name="Google Shape;325;p47"/>
          <p:cNvSpPr/>
          <p:nvPr>
            <p:ph idx="5" type="pic"/>
          </p:nvPr>
        </p:nvSpPr>
        <p:spPr>
          <a:xfrm>
            <a:off x="3255250" y="1504433"/>
            <a:ext cx="2627100" cy="30309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7"/>
          <p:cNvSpPr txBox="1"/>
          <p:nvPr>
            <p:ph idx="6" type="body"/>
          </p:nvPr>
        </p:nvSpPr>
        <p:spPr>
          <a:xfrm>
            <a:off x="3255250" y="5215600"/>
            <a:ext cx="2627100" cy="13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8" name="Google Shape;328;p47"/>
          <p:cNvSpPr txBox="1"/>
          <p:nvPr>
            <p:ph idx="7" type="subTitle"/>
          </p:nvPr>
        </p:nvSpPr>
        <p:spPr>
          <a:xfrm>
            <a:off x="311725" y="4574000"/>
            <a:ext cx="26271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9" name="Google Shape;329;p47"/>
          <p:cNvSpPr txBox="1"/>
          <p:nvPr>
            <p:ph idx="8" type="subTitle"/>
          </p:nvPr>
        </p:nvSpPr>
        <p:spPr>
          <a:xfrm>
            <a:off x="6205225" y="4574000"/>
            <a:ext cx="26271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0" name="Google Shape;330;p47"/>
          <p:cNvSpPr txBox="1"/>
          <p:nvPr>
            <p:ph idx="9" type="subTitle"/>
          </p:nvPr>
        </p:nvSpPr>
        <p:spPr>
          <a:xfrm>
            <a:off x="3255250" y="4574000"/>
            <a:ext cx="2627100" cy="64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/>
          <p:nvPr>
            <p:ph idx="2" type="pic"/>
          </p:nvPr>
        </p:nvSpPr>
        <p:spPr>
          <a:xfrm>
            <a:off x="311700" y="593367"/>
            <a:ext cx="8520600" cy="562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/>
          <p:nvPr>
            <p:ph idx="2" type="pic"/>
          </p:nvPr>
        </p:nvSpPr>
        <p:spPr>
          <a:xfrm>
            <a:off x="338960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5" name="Google Shape;335;p49"/>
          <p:cNvSpPr/>
          <p:nvPr>
            <p:ph idx="3" type="pic"/>
          </p:nvPr>
        </p:nvSpPr>
        <p:spPr>
          <a:xfrm>
            <a:off x="5195935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9"/>
          <p:cNvSpPr/>
          <p:nvPr>
            <p:ph idx="4" type="pic"/>
          </p:nvPr>
        </p:nvSpPr>
        <p:spPr>
          <a:xfrm>
            <a:off x="7002270" y="158550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9"/>
          <p:cNvSpPr/>
          <p:nvPr>
            <p:ph idx="5" type="pic"/>
          </p:nvPr>
        </p:nvSpPr>
        <p:spPr>
          <a:xfrm>
            <a:off x="3389588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8" name="Google Shape;338;p49"/>
          <p:cNvSpPr/>
          <p:nvPr>
            <p:ph idx="6" type="pic"/>
          </p:nvPr>
        </p:nvSpPr>
        <p:spPr>
          <a:xfrm>
            <a:off x="5195922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9"/>
          <p:cNvSpPr/>
          <p:nvPr>
            <p:ph idx="7" type="pic"/>
          </p:nvPr>
        </p:nvSpPr>
        <p:spPr>
          <a:xfrm>
            <a:off x="7002257" y="2405616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9"/>
          <p:cNvSpPr txBox="1"/>
          <p:nvPr>
            <p:ph type="title"/>
          </p:nvPr>
        </p:nvSpPr>
        <p:spPr>
          <a:xfrm>
            <a:off x="351550" y="593367"/>
            <a:ext cx="2596800" cy="22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1" name="Google Shape;341;p49"/>
          <p:cNvSpPr/>
          <p:nvPr>
            <p:ph idx="8" type="pic"/>
          </p:nvPr>
        </p:nvSpPr>
        <p:spPr>
          <a:xfrm>
            <a:off x="3389588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9"/>
          <p:cNvSpPr/>
          <p:nvPr>
            <p:ph idx="9" type="pic"/>
          </p:nvPr>
        </p:nvSpPr>
        <p:spPr>
          <a:xfrm>
            <a:off x="5195922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  <p:sp>
        <p:nvSpPr>
          <p:cNvPr id="343" name="Google Shape;343;p49"/>
          <p:cNvSpPr/>
          <p:nvPr>
            <p:ph idx="13" type="pic"/>
          </p:nvPr>
        </p:nvSpPr>
        <p:spPr>
          <a:xfrm>
            <a:off x="7002257" y="4652649"/>
            <a:ext cx="1643700" cy="2046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3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" type="body"/>
          </p:nvPr>
        </p:nvSpPr>
        <p:spPr>
          <a:xfrm>
            <a:off x="283950" y="4221900"/>
            <a:ext cx="6424800" cy="20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278750" y="685200"/>
            <a:ext cx="5802000" cy="1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92">
          <p15:clr>
            <a:srgbClr val="E46962"/>
          </p15:clr>
        </p15:guide>
        <p15:guide id="4" orient="horz" pos="4126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384">
          <p15:clr>
            <a:srgbClr val="E46962"/>
          </p15:clr>
        </p15:guide>
        <p15:guide id="16" orient="horz" pos="3934">
          <p15:clr>
            <a:srgbClr val="E46962"/>
          </p15:clr>
        </p15:guide>
        <p15:guide id="17" orient="horz" pos="1513">
          <p15:clr>
            <a:srgbClr val="E46962"/>
          </p15:clr>
        </p15:guide>
        <p15:guide id="18" orient="horz" pos="1592">
          <p15:clr>
            <a:srgbClr val="E46962"/>
          </p15:clr>
        </p15:guide>
        <p15:guide id="19" orient="horz" pos="2725">
          <p15:clr>
            <a:srgbClr val="E46962"/>
          </p15:clr>
        </p15:guide>
        <p15:guide id="20" orient="horz" pos="28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" name="Google Shape;348;p50"/>
          <p:cNvCxnSpPr/>
          <p:nvPr/>
        </p:nvCxnSpPr>
        <p:spPr>
          <a:xfrm rot="10800000">
            <a:off x="750" y="481983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50"/>
          <p:cNvCxnSpPr/>
          <p:nvPr/>
        </p:nvCxnSpPr>
        <p:spPr>
          <a:xfrm rot="10800000">
            <a:off x="228600" y="2346067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50"/>
          <p:cNvSpPr txBox="1"/>
          <p:nvPr>
            <p:ph idx="4294967295" type="title"/>
          </p:nvPr>
        </p:nvSpPr>
        <p:spPr>
          <a:xfrm>
            <a:off x="1671000" y="609600"/>
            <a:ext cx="58020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Parking Garage Management System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351" name="Google Shape;351;p50"/>
          <p:cNvSpPr txBox="1"/>
          <p:nvPr>
            <p:ph idx="4294967295" type="subTitle"/>
          </p:nvPr>
        </p:nvSpPr>
        <p:spPr>
          <a:xfrm>
            <a:off x="1482350" y="2993600"/>
            <a:ext cx="6400800" cy="29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en-US" sz="22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Course: CS 401-02 Fall 2025</a:t>
            </a:r>
            <a:endParaRPr b="1" sz="22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20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Group 4:</a:t>
            </a:r>
            <a:endParaRPr sz="20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Tuan Do</a:t>
            </a:r>
            <a:endParaRPr sz="20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Matthew Gomez Smith</a:t>
            </a:r>
            <a:endParaRPr sz="20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Christopher Ovando Morales</a:t>
            </a:r>
            <a:endParaRPr sz="20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Kegang Peng</a:t>
            </a:r>
            <a:endParaRPr sz="20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Diego Ruiz Paredes</a:t>
            </a:r>
            <a:endParaRPr sz="2000"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white facade of a modern building under a bright blue sky. " id="356" name="Google Shape;356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34193" t="0"/>
          <a:stretch/>
        </p:blipFill>
        <p:spPr>
          <a:xfrm>
            <a:off x="0" y="0"/>
            <a:ext cx="3617275" cy="6858002"/>
          </a:xfrm>
          <a:prstGeom prst="rect">
            <a:avLst/>
          </a:prstGeom>
        </p:spPr>
      </p:pic>
      <p:sp>
        <p:nvSpPr>
          <p:cNvPr id="357" name="Google Shape;357;p51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p51"/>
          <p:cNvSpPr txBox="1"/>
          <p:nvPr>
            <p:ph type="title"/>
          </p:nvPr>
        </p:nvSpPr>
        <p:spPr>
          <a:xfrm>
            <a:off x="3823800" y="130950"/>
            <a:ext cx="5320200" cy="9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>
                <a:latin typeface="Calibri"/>
                <a:ea typeface="Calibri"/>
                <a:cs typeface="Calibri"/>
                <a:sym typeface="Calibri"/>
              </a:rPr>
              <a:t>Project Introduction</a:t>
            </a:r>
            <a:endParaRPr sz="13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1"/>
          <p:cNvSpPr txBox="1"/>
          <p:nvPr>
            <p:ph type="title"/>
          </p:nvPr>
        </p:nvSpPr>
        <p:spPr>
          <a:xfrm>
            <a:off x="3425550" y="664651"/>
            <a:ext cx="2199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How it works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5300"/>
          </a:p>
        </p:txBody>
      </p:sp>
      <p:sp>
        <p:nvSpPr>
          <p:cNvPr id="360" name="Google Shape;360;p51"/>
          <p:cNvSpPr txBox="1"/>
          <p:nvPr>
            <p:ph idx="4294967295" type="body"/>
          </p:nvPr>
        </p:nvSpPr>
        <p:spPr>
          <a:xfrm>
            <a:off x="3823800" y="1144476"/>
            <a:ext cx="5093400" cy="55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 everyone. Our project is a Parking Garage Management System. We built it so it works like a real garage, it read’s license plate and open the gate for drivers to enter the garage. when they ready to leave, the exit will have a gui for them to pay tickets. once the ticket is paid. it will store in the server txt file.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make that possible, we run one server that can do  multithreading that allows multiple clients to connect the server system.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lets drivers, operators, and the owner all use their own GUIs at the same time without blocking each other. 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of us will walk through our part of the system and show how it all fits together.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53" title="UM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5524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5"/>
          <p:cNvSpPr txBox="1"/>
          <p:nvPr>
            <p:ph type="title"/>
          </p:nvPr>
        </p:nvSpPr>
        <p:spPr>
          <a:xfrm>
            <a:off x="645100" y="3071825"/>
            <a:ext cx="8011500" cy="235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to wrap everything up, our Parking Garage Management System ties all parts of the garage operation into one coordinated system. We have real-time ticket creation, automated fee calculation based on duration, and a full reporting system for the owner.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Building this project taught us how to work with multi-threaded client-server communication, shared files, GUI design, and teamwork across multiple components.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system runs smoothly and covers everything you’d expect from a real parking garage workflow. Thank you for time.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55"/>
          <p:cNvSpPr txBox="1"/>
          <p:nvPr>
            <p:ph idx="2" type="title"/>
          </p:nvPr>
        </p:nvSpPr>
        <p:spPr>
          <a:xfrm>
            <a:off x="1058450" y="1824308"/>
            <a:ext cx="6779700" cy="52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In conclusion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 modern glass building under a sunny blue sky. " id="382" name="Google Shape;382;p55"/>
          <p:cNvPicPr preferRelativeResize="0"/>
          <p:nvPr/>
        </p:nvPicPr>
        <p:blipFill rotWithShape="1">
          <a:blip r:embed="rId3">
            <a:alphaModFix/>
          </a:blip>
          <a:srcRect b="36562" l="0" r="0" t="46565"/>
          <a:stretch/>
        </p:blipFill>
        <p:spPr>
          <a:xfrm>
            <a:off x="9127" y="0"/>
            <a:ext cx="9143997" cy="1371033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5"/>
          <p:cNvSpPr txBox="1"/>
          <p:nvPr>
            <p:ph idx="12" type="sldNum"/>
          </p:nvPr>
        </p:nvSpPr>
        <p:spPr>
          <a:xfrm>
            <a:off x="8656458" y="6421267"/>
            <a:ext cx="336000" cy="2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4" name="Google Shape;384;p55"/>
          <p:cNvCxnSpPr/>
          <p:nvPr/>
        </p:nvCxnSpPr>
        <p:spPr>
          <a:xfrm rot="10800000">
            <a:off x="283720" y="6143367"/>
            <a:ext cx="8577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